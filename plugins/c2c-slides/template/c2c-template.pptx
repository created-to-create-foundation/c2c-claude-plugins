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C2C-&#183;-Ok&#322;adka-image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C2C-&#183;-Sekcja-image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C2C-&#183;-Teza-image-2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image" Target="../media/C2C-&#183;-Tre&#347;&#263;-image-2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image" Target="../media/C2C-&#183;-Dwie-kolumny-image-2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image" Target="../media/C2C-&#183;-Tekst-i-zdj&#281;cie-image-2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image" Target="../media/C2C-&#183;-Karty-3-image-2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9-1.png"/><Relationship Id="rId2" Type="http://schemas.openxmlformats.org/officeDocument/2006/relationships/image" Target="../media/C2C-&#183;-Karty-4-image-2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0-1.png"/><Relationship Id="rId2" Type="http://schemas.openxmlformats.org/officeDocument/2006/relationships/image" Target="../media/C2C-&#183;-Liczby-image-2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1-1.png"/><Relationship Id="rId2" Type="http://schemas.openxmlformats.org/officeDocument/2006/relationships/image" Target="../media/C2C-&#183;-Tabela-image-2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2-1.png"/><Relationship Id="rId2" Type="http://schemas.openxmlformats.org/officeDocument/2006/relationships/image" Target="../media/image-1012-2.png"/><Relationship Id="rId3" Type="http://schemas.openxmlformats.org/officeDocument/2006/relationships/image" Target="../media/C2C-&#183;-Cytat-ciemny-image-3.png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3-1.png"/><Relationship Id="rId2" Type="http://schemas.openxmlformats.org/officeDocument/2006/relationships/image" Target="../media/image-1013-2.png"/><Relationship Id="rId3" Type="http://schemas.openxmlformats.org/officeDocument/2006/relationships/image" Target="../media/C2C-&#183;-Cytat-jasny-image-3.png"/><Relationship Id="rId4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4-1.png"/><Relationship Id="rId2" Type="http://schemas.openxmlformats.org/officeDocument/2006/relationships/image" Target="../media/C2C-&#183;-Wykres-image-2.png"/><Relationship Id="rId3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5-1.png"/><Relationship Id="rId2" Type="http://schemas.openxmlformats.org/officeDocument/2006/relationships/image" Target="../media/C2C-&#183;-Diagram-image-2.png"/><Relationship Id="rId3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6-1.png"/><Relationship Id="rId2" Type="http://schemas.openxmlformats.org/officeDocument/2006/relationships/image" Target="../media/C2C-&#183;-Diagram-ciemny-image-2.png"/><Relationship Id="rId3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8-1.png"/><Relationship Id="rId2" Type="http://schemas.openxmlformats.org/officeDocument/2006/relationships/image" Target="../media/C2C-&#183;-Osoby-image-2.png"/><Relationship Id="rId3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9-1.png"/><Relationship Id="rId2" Type="http://schemas.openxmlformats.org/officeDocument/2006/relationships/image" Target="../media/C2C-&#183;-Zamkni&#281;cie-image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· Okładk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ukaszsiminski/Documents/AI_Projects/created_to_create/c2c-slides/plugins/c2c-slides/brand/logos/logo-two-lines-warm-white-1200p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1481328" cy="3200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828800"/>
            <a:ext cx="731520" cy="41148"/>
          </a:xfrm>
          <a:prstGeom prst="rect">
            <a:avLst/>
          </a:prstGeom>
          <a:solidFill>
            <a:srgbClr val="A37A5C"/>
          </a:solidFill>
          <a:ln w="12700">
            <a:solidFill>
              <a:srgbClr val="A37A5C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1965960"/>
            <a:ext cx="8229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5000"/>
              </a:lnSpc>
              <a:buNone/>
              <a:defRPr lang="en-US" sz="4000" b="1" dirty="0">
                <a:solidFill>
                  <a:srgbClr val="FFF8F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8F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Tytuł prezentacji</a:t>
            </a:r>
            <a:endParaRPr lang="en-US" sz="4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457200" y="3474720"/>
            <a:ext cx="73152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20000"/>
              </a:lnSpc>
              <a:buNone/>
              <a:defRPr lang="en-US" sz="2000" dirty="0">
                <a:solidFill>
                  <a:srgbClr val="ECD3B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ECD3B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Podtytuł</a:t>
            </a:r>
            <a:endParaRPr lang="en-US" sz="20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457200" y="434340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20000"/>
              </a:lnSpc>
              <a:buNone/>
              <a:defRPr lang="en-US" sz="1200" dirty="0">
                <a:solidFill>
                  <a:srgbClr val="ECD3BE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CD3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· Miejsce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· Sekcj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669280" y="320040"/>
            <a:ext cx="310896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lnSpc>
                <a:spcPct val="100000"/>
              </a:lnSpc>
              <a:buNone/>
              <a:defRPr lang="en-US" sz="15000" b="1" dirty="0">
                <a:solidFill>
                  <a:srgbClr val="2F364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defRPr>
            </a:lvl1pPr>
          </a:lstStyle>
          <a:p>
            <a:pPr algn="r" indent="0" marL="0">
              <a:lnSpc>
                <a:spcPct val="100000"/>
              </a:lnSpc>
              <a:buNone/>
            </a:pPr>
            <a:r>
              <a:rPr lang="en-US" sz="15000" b="1" dirty="0">
                <a:solidFill>
                  <a:srgbClr val="2F364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01</a:t>
            </a:r>
            <a:endParaRPr lang="en-US" sz="1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783080"/>
            <a:ext cx="2743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20000"/>
              </a:lnSpc>
              <a:buNone/>
              <a:defRPr lang="en-US" sz="1200" b="1" spc="200" kern="0" dirty="0">
                <a:solidFill>
                  <a:srgbClr val="A37A5C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200" b="1" spc="200" kern="0" dirty="0">
                <a:solidFill>
                  <a:srgbClr val="A37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457200" y="2103120"/>
            <a:ext cx="51206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5000"/>
              </a:lnSpc>
              <a:buNone/>
              <a:defRPr lang="en-US" sz="3800" b="1" dirty="0">
                <a:solidFill>
                  <a:srgbClr val="FFF8F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8F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Tytuł sekcji</a:t>
            </a:r>
            <a:endParaRPr lang="en-US" sz="3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57200" y="3566160"/>
            <a:ext cx="51206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20000"/>
              </a:lnSpc>
              <a:buNone/>
              <a:defRPr lang="en-US" sz="1800" dirty="0">
                <a:solidFill>
                  <a:srgbClr val="ECD3B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CD3B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Podtytuł sekcji</a:t>
            </a:r>
            <a:endParaRPr lang="en-US" sz="1800" dirty="0"/>
          </a:p>
        </p:txBody>
      </p:sp>
      <p:pic>
        <p:nvPicPr>
          <p:cNvPr id="6" name="Image 0" descr="/Users/lukaszsiminski/Documents/AI_Projects/created_to_create/c2c-slides/plugins/c2c-slides/brand/logos/logo-horizontal-warm-white-1200p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27448"/>
            <a:ext cx="1845076" cy="16459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CD3BE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· Tez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05840"/>
            <a:ext cx="411480" cy="27432"/>
          </a:xfrm>
          <a:prstGeom prst="rect">
            <a:avLst/>
          </a:prstGeom>
          <a:solidFill>
            <a:srgbClr val="A37A5C"/>
          </a:solidFill>
          <a:ln w="12700">
            <a:solidFill>
              <a:srgbClr val="A37A5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20000"/>
              </a:lnSpc>
              <a:buNone/>
              <a:defRPr lang="en-US" sz="1100" b="1" spc="200" kern="0" dirty="0">
                <a:solidFill>
                  <a:srgbClr val="A37A5C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100" b="1" spc="200" kern="0" dirty="0">
                <a:solidFill>
                  <a:srgbClr val="A37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EYEBROW</a:t>
            </a:r>
            <a:endParaRPr lang="en-US" sz="11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1508760"/>
            <a:ext cx="82296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0000"/>
              </a:lnSpc>
              <a:buNone/>
              <a:defRPr lang="en-US" sz="3400" b="1" dirty="0">
                <a:solidFill>
                  <a:srgbClr val="222A3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222A3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Jedna mocna teza w maksymalnie trzech linijkach</a:t>
            </a:r>
            <a:endParaRPr lang="en-US" sz="34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457200" y="3611880"/>
            <a:ext cx="7315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en-US" sz="1800" dirty="0">
                <a:solidFill>
                  <a:srgbClr val="696C78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696C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Rozwinięcie tezy</a:t>
            </a:r>
            <a:endParaRPr lang="en-US" sz="1800" dirty="0"/>
          </a:p>
        </p:txBody>
      </p:sp>
      <p:pic>
        <p:nvPicPr>
          <p:cNvPr id="6" name="Image 0" descr="/Users/lukaszsiminski/Documents/AI_Projects/created_to_create/c2c-slides/plugins/c2c-slides/brand/logos/logo-horizontal-deep-navy-1200p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27448"/>
            <a:ext cx="1845076" cy="16459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96C7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· Treś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20000"/>
              </a:lnSpc>
              <a:buNone/>
              <a:defRPr lang="en-US" sz="1100" b="1" spc="200" kern="0" dirty="0">
                <a:solidFill>
                  <a:srgbClr val="A37A5C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100" b="1" spc="200" kern="0" dirty="0">
                <a:solidFill>
                  <a:srgbClr val="A37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EYEBROW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0000"/>
              </a:lnSpc>
              <a:buNone/>
              <a:defRPr lang="en-US" sz="3000" b="1" dirty="0">
                <a:solidFill>
                  <a:srgbClr val="222A3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222A3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Tytuł slajdu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783080"/>
            <a:ext cx="8229600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  <a:defRPr lang="en-US" sz="1600" dirty="0">
                <a:solidFill>
                  <a:srgbClr val="222A3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A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Punkty</a:t>
            </a:r>
            <a:endParaRPr lang="en-US" sz="1600" dirty="0"/>
          </a:p>
        </p:txBody>
      </p:sp>
      <p:pic>
        <p:nvPicPr>
          <p:cNvPr id="5" name="Image 0" descr="/Users/lukaszsiminski/Documents/AI_Projects/created_to_create/c2c-slides/plugins/c2c-slides/brand/logos/logo-horizontal-deep-navy-1200p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27448"/>
            <a:ext cx="1845076" cy="16459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96C7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· Dwie kolumn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53712" y="1828800"/>
            <a:ext cx="0" cy="2606040"/>
          </a:xfrm>
          <a:prstGeom prst="line">
            <a:avLst/>
          </a:prstGeom>
          <a:noFill/>
          <a:ln w="12700">
            <a:solidFill>
              <a:srgbClr val="A37A5C">
                <a:alpha val="25000"/>
              </a:srgbClr>
            </a:solidFill>
            <a:prstDash val="solid"/>
          </a:ln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20000"/>
              </a:lnSpc>
              <a:buNone/>
              <a:defRPr lang="en-US" sz="1100" b="1" spc="200" kern="0" dirty="0">
                <a:solidFill>
                  <a:srgbClr val="A37A5C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100" b="1" spc="200" kern="0" dirty="0">
                <a:solidFill>
                  <a:srgbClr val="A37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EYEBROW</a:t>
            </a:r>
            <a:endParaRPr lang="en-US" sz="11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0000"/>
              </a:lnSpc>
              <a:buNone/>
              <a:defRPr lang="en-US" sz="3000" b="1" dirty="0">
                <a:solidFill>
                  <a:srgbClr val="222A3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222A3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Tytuł slajdu</a:t>
            </a:r>
            <a:endParaRPr lang="en-US" sz="3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457200" y="1783080"/>
            <a:ext cx="384048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20000"/>
              </a:lnSpc>
              <a:buNone/>
              <a:defRPr lang="en-US" sz="2000" b="1" dirty="0">
                <a:solidFill>
                  <a:srgbClr val="222A3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22A3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Nagłówek lewy</a:t>
            </a:r>
            <a:endParaRPr lang="en-US" sz="20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457200" y="2240280"/>
            <a:ext cx="3840480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  <a:defRPr lang="en-US" sz="1500" dirty="0">
                <a:solidFill>
                  <a:srgbClr val="222A3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A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Treść lewa</a:t>
            </a:r>
            <a:endParaRPr lang="en-US" sz="1500" dirty="0"/>
          </a:p>
        </p:txBody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4846320" y="1783080"/>
            <a:ext cx="384048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20000"/>
              </a:lnSpc>
              <a:buNone/>
              <a:defRPr lang="en-US" sz="2000" b="1" dirty="0">
                <a:solidFill>
                  <a:srgbClr val="222A3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22A3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Nagłówek prawy</a:t>
            </a:r>
            <a:endParaRPr lang="en-US" sz="2000" dirty="0"/>
          </a:p>
        </p:txBody>
      </p:sp>
      <p:sp>
        <p:nvSpPr>
          <p:cNvPr id="8" name="Text 1"/>
          <p:cNvSpPr/>
          <p:nvPr>
            <p:ph idx="106" type="body" hasCustomPrompt="1"/>
          </p:nvPr>
        </p:nvSpPr>
        <p:spPr>
          <a:xfrm>
            <a:off x="4846320" y="2240280"/>
            <a:ext cx="3840480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  <a:defRPr lang="en-US" sz="1500" dirty="0">
                <a:solidFill>
                  <a:srgbClr val="222A3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A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Treść prawa</a:t>
            </a:r>
            <a:endParaRPr lang="en-US" sz="1500" dirty="0"/>
          </a:p>
        </p:txBody>
      </p:sp>
      <p:pic>
        <p:nvPicPr>
          <p:cNvPr id="9" name="Image 0" descr="/Users/lukaszsiminski/Documents/AI_Projects/created_to_create/c2c-slides/plugins/c2c-slides/brand/logos/logo-horizontal-deep-navy-1200p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27448"/>
            <a:ext cx="1845076" cy="16459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96C7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· Tekst i zdjęci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20000"/>
              </a:lnSpc>
              <a:buNone/>
              <a:defRPr lang="en-US" sz="1100" b="1" spc="200" kern="0" dirty="0">
                <a:solidFill>
                  <a:srgbClr val="A37A5C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100" b="1" spc="200" kern="0" dirty="0">
                <a:solidFill>
                  <a:srgbClr val="A37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EYEBROW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822960"/>
            <a:ext cx="47548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0000"/>
              </a:lnSpc>
              <a:buNone/>
              <a:defRPr lang="en-US" sz="2600" b="1" dirty="0">
                <a:solidFill>
                  <a:srgbClr val="222A3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222A3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Tytuł slajdu</a:t>
            </a:r>
            <a:endParaRPr lang="en-US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783080"/>
            <a:ext cx="4572000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  <a:defRPr lang="en-US" sz="1500" dirty="0">
                <a:solidFill>
                  <a:srgbClr val="222A3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A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Treść</a:t>
            </a:r>
            <a:endParaRPr lang="en-US" sz="1500" dirty="0"/>
          </a:p>
        </p:txBody>
      </p:sp>
      <p:sp>
        <p:nvSpPr>
          <p:cNvPr id="5" name="Text 0"/>
          <p:cNvSpPr/>
          <p:nvPr>
            <p:ph idx="103" hasCustomPrompt="1"/>
          </p:nvPr>
        </p:nvSpPr>
        <p:spPr>
          <a:xfrm>
            <a:off x="5486400" y="502920"/>
            <a:ext cx="3200400" cy="4069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/Users/lukaszsiminski/Documents/AI_Projects/created_to_create/c2c-slides/plugins/c2c-slides/brand/logos/logo-horizontal-deep-navy-1200p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27448"/>
            <a:ext cx="1845076" cy="16459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96C7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· Karty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783080"/>
            <a:ext cx="2651760" cy="2743200"/>
          </a:xfrm>
          <a:prstGeom prst="rect">
            <a:avLst/>
          </a:prstGeom>
          <a:solidFill>
            <a:srgbClr val="FFF8F2"/>
          </a:solidFill>
          <a:ln w="12700">
            <a:solidFill>
              <a:srgbClr val="A37A5C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46120" y="1783080"/>
            <a:ext cx="2651760" cy="2743200"/>
          </a:xfrm>
          <a:prstGeom prst="rect">
            <a:avLst/>
          </a:prstGeom>
          <a:solidFill>
            <a:srgbClr val="FFF8F2"/>
          </a:solidFill>
          <a:ln w="12700">
            <a:solidFill>
              <a:srgbClr val="A37A5C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0" y="1783080"/>
            <a:ext cx="2651760" cy="2743200"/>
          </a:xfrm>
          <a:prstGeom prst="rect">
            <a:avLst/>
          </a:prstGeom>
          <a:solidFill>
            <a:srgbClr val="FFF8F2"/>
          </a:solidFill>
          <a:ln w="12700">
            <a:solidFill>
              <a:srgbClr val="A37A5C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>
            <p:ph idx="103" type="body" hasCustomPrompt="1"/>
          </p:nvPr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20000"/>
              </a:lnSpc>
              <a:buNone/>
              <a:defRPr lang="en-US" sz="1100" b="1" spc="200" kern="0" dirty="0">
                <a:solidFill>
                  <a:srgbClr val="A37A5C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100" b="1" spc="200" kern="0" dirty="0">
                <a:solidFill>
                  <a:srgbClr val="A37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EYEBROW</a:t>
            </a:r>
            <a:endParaRPr lang="en-US" sz="110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0000"/>
              </a:lnSpc>
              <a:buNone/>
              <a:defRPr lang="en-US" sz="3000" b="1" dirty="0">
                <a:solidFill>
                  <a:srgbClr val="222A3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222A3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Tytuł slajdu</a:t>
            </a:r>
            <a:endParaRPr lang="en-US" sz="3000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658368" y="1965960"/>
            <a:ext cx="2249424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20000"/>
              </a:lnSpc>
              <a:buNone/>
              <a:defRPr lang="en-US" sz="1200" b="1" spc="200" kern="0" dirty="0">
                <a:solidFill>
                  <a:srgbClr val="A37A5C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200" b="1" spc="200" kern="0" dirty="0">
                <a:solidFill>
                  <a:srgbClr val="A37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3"/>
          <p:cNvSpPr/>
          <p:nvPr>
            <p:ph idx="106" type="body" hasCustomPrompt="1"/>
          </p:nvPr>
        </p:nvSpPr>
        <p:spPr>
          <a:xfrm>
            <a:off x="658368" y="2258568"/>
            <a:ext cx="2249424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0000"/>
              </a:lnSpc>
              <a:buNone/>
              <a:defRPr lang="en-US" sz="1800" b="1" dirty="0">
                <a:solidFill>
                  <a:srgbClr val="222A3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222A3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Tytuł karty</a:t>
            </a:r>
            <a:endParaRPr lang="en-US" sz="1800" dirty="0"/>
          </a:p>
        </p:txBody>
      </p:sp>
      <p:sp>
        <p:nvSpPr>
          <p:cNvPr id="9" name="Text 3"/>
          <p:cNvSpPr/>
          <p:nvPr>
            <p:ph idx="107" type="body" hasCustomPrompt="1"/>
          </p:nvPr>
        </p:nvSpPr>
        <p:spPr>
          <a:xfrm>
            <a:off x="658368" y="2843784"/>
            <a:ext cx="2249424" cy="149961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en-US" sz="1300" dirty="0">
                <a:solidFill>
                  <a:srgbClr val="696C78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96C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Treść karty</a:t>
            </a:r>
            <a:endParaRPr lang="en-US" sz="1300" dirty="0"/>
          </a:p>
        </p:txBody>
      </p:sp>
      <p:sp>
        <p:nvSpPr>
          <p:cNvPr id="10" name="Text 3"/>
          <p:cNvSpPr/>
          <p:nvPr>
            <p:ph idx="108" type="body" hasCustomPrompt="1"/>
          </p:nvPr>
        </p:nvSpPr>
        <p:spPr>
          <a:xfrm>
            <a:off x="3447288" y="1965960"/>
            <a:ext cx="2249424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20000"/>
              </a:lnSpc>
              <a:buNone/>
              <a:defRPr lang="en-US" sz="1200" b="1" spc="200" kern="0" dirty="0">
                <a:solidFill>
                  <a:srgbClr val="A37A5C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200" b="1" spc="200" kern="0" dirty="0">
                <a:solidFill>
                  <a:srgbClr val="A37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3"/>
          <p:cNvSpPr/>
          <p:nvPr>
            <p:ph idx="109" type="body" hasCustomPrompt="1"/>
          </p:nvPr>
        </p:nvSpPr>
        <p:spPr>
          <a:xfrm>
            <a:off x="3447288" y="2258568"/>
            <a:ext cx="2249424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0000"/>
              </a:lnSpc>
              <a:buNone/>
              <a:defRPr lang="en-US" sz="1800" b="1" dirty="0">
                <a:solidFill>
                  <a:srgbClr val="222A3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222A3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Tytuł karty</a:t>
            </a:r>
            <a:endParaRPr lang="en-US" sz="1800" dirty="0"/>
          </a:p>
        </p:txBody>
      </p:sp>
      <p:sp>
        <p:nvSpPr>
          <p:cNvPr id="12" name="Text 3"/>
          <p:cNvSpPr/>
          <p:nvPr>
            <p:ph idx="110" type="body" hasCustomPrompt="1"/>
          </p:nvPr>
        </p:nvSpPr>
        <p:spPr>
          <a:xfrm>
            <a:off x="3447288" y="2843784"/>
            <a:ext cx="2249424" cy="149961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en-US" sz="1300" dirty="0">
                <a:solidFill>
                  <a:srgbClr val="696C78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96C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Treść karty</a:t>
            </a:r>
            <a:endParaRPr lang="en-US" sz="1300" dirty="0"/>
          </a:p>
        </p:txBody>
      </p:sp>
      <p:sp>
        <p:nvSpPr>
          <p:cNvPr id="13" name="Text 3"/>
          <p:cNvSpPr/>
          <p:nvPr>
            <p:ph idx="111" type="body" hasCustomPrompt="1"/>
          </p:nvPr>
        </p:nvSpPr>
        <p:spPr>
          <a:xfrm>
            <a:off x="6236208" y="1965960"/>
            <a:ext cx="2249424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20000"/>
              </a:lnSpc>
              <a:buNone/>
              <a:defRPr lang="en-US" sz="1200" b="1" spc="200" kern="0" dirty="0">
                <a:solidFill>
                  <a:srgbClr val="A37A5C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200" b="1" spc="200" kern="0" dirty="0">
                <a:solidFill>
                  <a:srgbClr val="A37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3"/>
          <p:cNvSpPr/>
          <p:nvPr>
            <p:ph idx="112" type="body" hasCustomPrompt="1"/>
          </p:nvPr>
        </p:nvSpPr>
        <p:spPr>
          <a:xfrm>
            <a:off x="6236208" y="2258568"/>
            <a:ext cx="2249424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0000"/>
              </a:lnSpc>
              <a:buNone/>
              <a:defRPr lang="en-US" sz="1800" b="1" dirty="0">
                <a:solidFill>
                  <a:srgbClr val="222A3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222A3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Tytuł karty</a:t>
            </a:r>
            <a:endParaRPr lang="en-US" sz="1800" dirty="0"/>
          </a:p>
        </p:txBody>
      </p:sp>
      <p:sp>
        <p:nvSpPr>
          <p:cNvPr id="15" name="Text 3"/>
          <p:cNvSpPr/>
          <p:nvPr>
            <p:ph idx="113" type="body" hasCustomPrompt="1"/>
          </p:nvPr>
        </p:nvSpPr>
        <p:spPr>
          <a:xfrm>
            <a:off x="6236208" y="2843784"/>
            <a:ext cx="2249424" cy="149961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en-US" sz="1300" dirty="0">
                <a:solidFill>
                  <a:srgbClr val="696C78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96C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Treść karty</a:t>
            </a:r>
            <a:endParaRPr lang="en-US" sz="1300" dirty="0"/>
          </a:p>
        </p:txBody>
      </p:sp>
      <p:pic>
        <p:nvPicPr>
          <p:cNvPr id="16" name="Image 0" descr="/Users/lukaszsiminski/Documents/AI_Projects/created_to_create/c2c-slides/plugins/c2c-slides/brand/logos/logo-horizontal-deep-navy-1200p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27448"/>
            <a:ext cx="1845076" cy="16459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96C7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· Karty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783080"/>
            <a:ext cx="1968246" cy="2743200"/>
          </a:xfrm>
          <a:prstGeom prst="rect">
            <a:avLst/>
          </a:prstGeom>
          <a:solidFill>
            <a:srgbClr val="FFF8F2"/>
          </a:solidFill>
          <a:ln w="12700">
            <a:solidFill>
              <a:srgbClr val="A37A5C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44318" y="1783080"/>
            <a:ext cx="1968246" cy="2743200"/>
          </a:xfrm>
          <a:prstGeom prst="rect">
            <a:avLst/>
          </a:prstGeom>
          <a:solidFill>
            <a:srgbClr val="FFF8F2"/>
          </a:solidFill>
          <a:ln w="12700">
            <a:solidFill>
              <a:srgbClr val="A37A5C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631436" y="1783080"/>
            <a:ext cx="1968246" cy="2743200"/>
          </a:xfrm>
          <a:prstGeom prst="rect">
            <a:avLst/>
          </a:prstGeom>
          <a:solidFill>
            <a:srgbClr val="FFF8F2"/>
          </a:solidFill>
          <a:ln w="12700">
            <a:solidFill>
              <a:srgbClr val="A37A5C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18554" y="1783080"/>
            <a:ext cx="1968246" cy="2743200"/>
          </a:xfrm>
          <a:prstGeom prst="rect">
            <a:avLst/>
          </a:prstGeom>
          <a:solidFill>
            <a:srgbClr val="FFF8F2"/>
          </a:solidFill>
          <a:ln w="12700">
            <a:solidFill>
              <a:srgbClr val="A37A5C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20000"/>
              </a:lnSpc>
              <a:buNone/>
              <a:defRPr lang="en-US" sz="1100" b="1" spc="200" kern="0" dirty="0">
                <a:solidFill>
                  <a:srgbClr val="A37A5C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100" b="1" spc="200" kern="0" dirty="0">
                <a:solidFill>
                  <a:srgbClr val="A37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EYEBROW</a:t>
            </a:r>
            <a:endParaRPr lang="en-US" sz="1100" dirty="0"/>
          </a:p>
        </p:txBody>
      </p:sp>
      <p:sp>
        <p:nvSpPr>
          <p:cNvPr id="7" name="Text 4"/>
          <p:cNvSpPr/>
          <p:nvPr>
            <p:ph idx="105" type="title" hasCustomPrompt="1"/>
          </p:nvPr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0000"/>
              </a:lnSpc>
              <a:buNone/>
              <a:defRPr lang="en-US" sz="3000" b="1" dirty="0">
                <a:solidFill>
                  <a:srgbClr val="222A3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222A3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Tytuł slajdu</a:t>
            </a:r>
            <a:endParaRPr lang="en-US" sz="3000" dirty="0"/>
          </a:p>
        </p:txBody>
      </p:sp>
      <p:sp>
        <p:nvSpPr>
          <p:cNvPr id="8" name="Text 4"/>
          <p:cNvSpPr/>
          <p:nvPr>
            <p:ph idx="106" type="body" hasCustomPrompt="1"/>
          </p:nvPr>
        </p:nvSpPr>
        <p:spPr>
          <a:xfrm>
            <a:off x="603504" y="1965960"/>
            <a:ext cx="1675638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20000"/>
              </a:lnSpc>
              <a:buNone/>
              <a:defRPr lang="en-US" sz="1200" b="1" spc="200" kern="0" dirty="0">
                <a:solidFill>
                  <a:srgbClr val="A37A5C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200" b="1" spc="200" kern="0" dirty="0">
                <a:solidFill>
                  <a:srgbClr val="A37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4"/>
          <p:cNvSpPr/>
          <p:nvPr>
            <p:ph idx="107" type="body" hasCustomPrompt="1"/>
          </p:nvPr>
        </p:nvSpPr>
        <p:spPr>
          <a:xfrm>
            <a:off x="603504" y="2258568"/>
            <a:ext cx="1675638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0000"/>
              </a:lnSpc>
              <a:buNone/>
              <a:defRPr lang="en-US" sz="1400" b="1" dirty="0">
                <a:solidFill>
                  <a:srgbClr val="222A3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22A3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Tytuł karty</a:t>
            </a:r>
            <a:endParaRPr lang="en-US" sz="1400" dirty="0"/>
          </a:p>
        </p:txBody>
      </p:sp>
      <p:sp>
        <p:nvSpPr>
          <p:cNvPr id="10" name="Text 4"/>
          <p:cNvSpPr/>
          <p:nvPr>
            <p:ph idx="108" type="body" hasCustomPrompt="1"/>
          </p:nvPr>
        </p:nvSpPr>
        <p:spPr>
          <a:xfrm>
            <a:off x="603504" y="2843784"/>
            <a:ext cx="1675638" cy="149961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en-US" sz="1200" dirty="0">
                <a:solidFill>
                  <a:srgbClr val="696C78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96C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Treść karty</a:t>
            </a:r>
            <a:endParaRPr lang="en-US" sz="1200" dirty="0"/>
          </a:p>
        </p:txBody>
      </p:sp>
      <p:sp>
        <p:nvSpPr>
          <p:cNvPr id="11" name="Text 4"/>
          <p:cNvSpPr/>
          <p:nvPr>
            <p:ph idx="109" type="body" hasCustomPrompt="1"/>
          </p:nvPr>
        </p:nvSpPr>
        <p:spPr>
          <a:xfrm>
            <a:off x="2690622" y="1965960"/>
            <a:ext cx="1675638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20000"/>
              </a:lnSpc>
              <a:buNone/>
              <a:defRPr lang="en-US" sz="1200" b="1" spc="200" kern="0" dirty="0">
                <a:solidFill>
                  <a:srgbClr val="A37A5C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200" b="1" spc="200" kern="0" dirty="0">
                <a:solidFill>
                  <a:srgbClr val="A37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4"/>
          <p:cNvSpPr/>
          <p:nvPr>
            <p:ph idx="110" type="body" hasCustomPrompt="1"/>
          </p:nvPr>
        </p:nvSpPr>
        <p:spPr>
          <a:xfrm>
            <a:off x="2690622" y="2258568"/>
            <a:ext cx="1675638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0000"/>
              </a:lnSpc>
              <a:buNone/>
              <a:defRPr lang="en-US" sz="1400" b="1" dirty="0">
                <a:solidFill>
                  <a:srgbClr val="222A3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22A3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Tytuł karty</a:t>
            </a:r>
            <a:endParaRPr lang="en-US" sz="1400" dirty="0"/>
          </a:p>
        </p:txBody>
      </p:sp>
      <p:sp>
        <p:nvSpPr>
          <p:cNvPr id="13" name="Text 4"/>
          <p:cNvSpPr/>
          <p:nvPr>
            <p:ph idx="111" type="body" hasCustomPrompt="1"/>
          </p:nvPr>
        </p:nvSpPr>
        <p:spPr>
          <a:xfrm>
            <a:off x="2690622" y="2843784"/>
            <a:ext cx="1675638" cy="149961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en-US" sz="1200" dirty="0">
                <a:solidFill>
                  <a:srgbClr val="696C78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96C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Treść karty</a:t>
            </a:r>
            <a:endParaRPr lang="en-US" sz="1200" dirty="0"/>
          </a:p>
        </p:txBody>
      </p:sp>
      <p:sp>
        <p:nvSpPr>
          <p:cNvPr id="14" name="Text 4"/>
          <p:cNvSpPr/>
          <p:nvPr>
            <p:ph idx="112" type="body" hasCustomPrompt="1"/>
          </p:nvPr>
        </p:nvSpPr>
        <p:spPr>
          <a:xfrm>
            <a:off x="4777740" y="1965960"/>
            <a:ext cx="1675638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20000"/>
              </a:lnSpc>
              <a:buNone/>
              <a:defRPr lang="en-US" sz="1200" b="1" spc="200" kern="0" dirty="0">
                <a:solidFill>
                  <a:srgbClr val="A37A5C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200" b="1" spc="200" kern="0" dirty="0">
                <a:solidFill>
                  <a:srgbClr val="A37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4"/>
          <p:cNvSpPr/>
          <p:nvPr>
            <p:ph idx="113" type="body" hasCustomPrompt="1"/>
          </p:nvPr>
        </p:nvSpPr>
        <p:spPr>
          <a:xfrm>
            <a:off x="4777740" y="2258568"/>
            <a:ext cx="1675638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0000"/>
              </a:lnSpc>
              <a:buNone/>
              <a:defRPr lang="en-US" sz="1400" b="1" dirty="0">
                <a:solidFill>
                  <a:srgbClr val="222A3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22A3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Tytuł karty</a:t>
            </a:r>
            <a:endParaRPr lang="en-US" sz="1400" dirty="0"/>
          </a:p>
        </p:txBody>
      </p:sp>
      <p:sp>
        <p:nvSpPr>
          <p:cNvPr id="16" name="Text 4"/>
          <p:cNvSpPr/>
          <p:nvPr>
            <p:ph idx="114" type="body" hasCustomPrompt="1"/>
          </p:nvPr>
        </p:nvSpPr>
        <p:spPr>
          <a:xfrm>
            <a:off x="4777740" y="2843784"/>
            <a:ext cx="1675638" cy="149961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en-US" sz="1200" dirty="0">
                <a:solidFill>
                  <a:srgbClr val="696C78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96C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Treść karty</a:t>
            </a:r>
            <a:endParaRPr lang="en-US" sz="1200" dirty="0"/>
          </a:p>
        </p:txBody>
      </p:sp>
      <p:sp>
        <p:nvSpPr>
          <p:cNvPr id="17" name="Text 4"/>
          <p:cNvSpPr/>
          <p:nvPr>
            <p:ph idx="115" type="body" hasCustomPrompt="1"/>
          </p:nvPr>
        </p:nvSpPr>
        <p:spPr>
          <a:xfrm>
            <a:off x="6864858" y="1965960"/>
            <a:ext cx="1675638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20000"/>
              </a:lnSpc>
              <a:buNone/>
              <a:defRPr lang="en-US" sz="1200" b="1" spc="200" kern="0" dirty="0">
                <a:solidFill>
                  <a:srgbClr val="A37A5C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200" b="1" spc="200" kern="0" dirty="0">
                <a:solidFill>
                  <a:srgbClr val="A37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4"/>
          <p:cNvSpPr/>
          <p:nvPr>
            <p:ph idx="116" type="body" hasCustomPrompt="1"/>
          </p:nvPr>
        </p:nvSpPr>
        <p:spPr>
          <a:xfrm>
            <a:off x="6864858" y="2258568"/>
            <a:ext cx="1675638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0000"/>
              </a:lnSpc>
              <a:buNone/>
              <a:defRPr lang="en-US" sz="1400" b="1" dirty="0">
                <a:solidFill>
                  <a:srgbClr val="222A3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22A3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Tytuł karty</a:t>
            </a:r>
            <a:endParaRPr lang="en-US" sz="1400" dirty="0"/>
          </a:p>
        </p:txBody>
      </p:sp>
      <p:sp>
        <p:nvSpPr>
          <p:cNvPr id="19" name="Text 4"/>
          <p:cNvSpPr/>
          <p:nvPr>
            <p:ph idx="117" type="body" hasCustomPrompt="1"/>
          </p:nvPr>
        </p:nvSpPr>
        <p:spPr>
          <a:xfrm>
            <a:off x="6864858" y="2843784"/>
            <a:ext cx="1675638" cy="149961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en-US" sz="1200" dirty="0">
                <a:solidFill>
                  <a:srgbClr val="696C78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96C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Treść karty</a:t>
            </a:r>
            <a:endParaRPr lang="en-US" sz="1200" dirty="0"/>
          </a:p>
        </p:txBody>
      </p:sp>
      <p:pic>
        <p:nvPicPr>
          <p:cNvPr id="20" name="Image 0" descr="/Users/lukaszsiminski/Documents/AI_Projects/created_to_create/c2c-slides/plugins/c2c-slides/brand/logos/logo-horizontal-deep-navy-1200p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27448"/>
            <a:ext cx="1845076" cy="16459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96C7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· Liczb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74520"/>
            <a:ext cx="2651760" cy="0"/>
          </a:xfrm>
          <a:prstGeom prst="line">
            <a:avLst/>
          </a:prstGeom>
          <a:noFill/>
          <a:ln w="12700">
            <a:solidFill>
              <a:srgbClr val="A37A5C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46120" y="1874520"/>
            <a:ext cx="2651760" cy="0"/>
          </a:xfrm>
          <a:prstGeom prst="line">
            <a:avLst/>
          </a:prstGeom>
          <a:noFill/>
          <a:ln w="12700">
            <a:solidFill>
              <a:srgbClr val="A37A5C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0" y="1874520"/>
            <a:ext cx="2651760" cy="0"/>
          </a:xfrm>
          <a:prstGeom prst="line">
            <a:avLst/>
          </a:prstGeom>
          <a:noFill/>
          <a:ln w="12700">
            <a:solidFill>
              <a:srgbClr val="A37A5C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>
            <p:ph idx="103" type="body" hasCustomPrompt="1"/>
          </p:nvPr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20000"/>
              </a:lnSpc>
              <a:buNone/>
              <a:defRPr lang="en-US" sz="1100" b="1" spc="200" kern="0" dirty="0">
                <a:solidFill>
                  <a:srgbClr val="A37A5C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100" b="1" spc="200" kern="0" dirty="0">
                <a:solidFill>
                  <a:srgbClr val="A37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EYEBROW</a:t>
            </a:r>
            <a:endParaRPr lang="en-US" sz="110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0000"/>
              </a:lnSpc>
              <a:buNone/>
              <a:defRPr lang="en-US" sz="3000" b="1" dirty="0">
                <a:solidFill>
                  <a:srgbClr val="FFF8F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8F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Tytuł slajdu</a:t>
            </a:r>
            <a:endParaRPr lang="en-US" sz="3000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457200" y="2011680"/>
            <a:ext cx="26517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0000"/>
              </a:lnSpc>
              <a:buNone/>
              <a:defRPr lang="en-US" sz="6400" b="1" dirty="0">
                <a:solidFill>
                  <a:srgbClr val="A37A5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defRPr>
            </a:lvl1pPr>
          </a:lstStyle>
          <a:p>
            <a:pPr algn="l" indent="0" marL="0">
              <a:lnSpc>
                <a:spcPct val="100000"/>
              </a:lnSpc>
              <a:buNone/>
            </a:pPr>
            <a:r>
              <a:rPr lang="en-US" sz="6400" b="1" dirty="0">
                <a:solidFill>
                  <a:srgbClr val="A37A5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00</a:t>
            </a:r>
            <a:endParaRPr lang="en-US" sz="6400" dirty="0"/>
          </a:p>
        </p:txBody>
      </p:sp>
      <p:sp>
        <p:nvSpPr>
          <p:cNvPr id="8" name="Text 3"/>
          <p:cNvSpPr/>
          <p:nvPr>
            <p:ph idx="106" type="body" hasCustomPrompt="1"/>
          </p:nvPr>
        </p:nvSpPr>
        <p:spPr>
          <a:xfrm>
            <a:off x="457200" y="3154680"/>
            <a:ext cx="26517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en-US" sz="1400" dirty="0">
                <a:solidFill>
                  <a:srgbClr val="ECD3BE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CD3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Opis liczby</a:t>
            </a:r>
            <a:endParaRPr lang="en-US" sz="1400" dirty="0"/>
          </a:p>
        </p:txBody>
      </p:sp>
      <p:sp>
        <p:nvSpPr>
          <p:cNvPr id="9" name="Text 3"/>
          <p:cNvSpPr/>
          <p:nvPr>
            <p:ph idx="107" type="body" hasCustomPrompt="1"/>
          </p:nvPr>
        </p:nvSpPr>
        <p:spPr>
          <a:xfrm>
            <a:off x="3246120" y="2011680"/>
            <a:ext cx="26517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0000"/>
              </a:lnSpc>
              <a:buNone/>
              <a:defRPr lang="en-US" sz="6400" b="1" dirty="0">
                <a:solidFill>
                  <a:srgbClr val="A37A5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defRPr>
            </a:lvl1pPr>
          </a:lstStyle>
          <a:p>
            <a:pPr algn="l" indent="0" marL="0">
              <a:lnSpc>
                <a:spcPct val="100000"/>
              </a:lnSpc>
              <a:buNone/>
            </a:pPr>
            <a:r>
              <a:rPr lang="en-US" sz="6400" b="1" dirty="0">
                <a:solidFill>
                  <a:srgbClr val="A37A5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00</a:t>
            </a:r>
            <a:endParaRPr lang="en-US" sz="6400" dirty="0"/>
          </a:p>
        </p:txBody>
      </p:sp>
      <p:sp>
        <p:nvSpPr>
          <p:cNvPr id="10" name="Text 3"/>
          <p:cNvSpPr/>
          <p:nvPr>
            <p:ph idx="108" type="body" hasCustomPrompt="1"/>
          </p:nvPr>
        </p:nvSpPr>
        <p:spPr>
          <a:xfrm>
            <a:off x="3246120" y="3154680"/>
            <a:ext cx="26517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en-US" sz="1400" dirty="0">
                <a:solidFill>
                  <a:srgbClr val="ECD3BE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CD3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Opis liczby</a:t>
            </a:r>
            <a:endParaRPr lang="en-US" sz="1400" dirty="0"/>
          </a:p>
        </p:txBody>
      </p:sp>
      <p:sp>
        <p:nvSpPr>
          <p:cNvPr id="11" name="Text 3"/>
          <p:cNvSpPr/>
          <p:nvPr>
            <p:ph idx="109" type="body" hasCustomPrompt="1"/>
          </p:nvPr>
        </p:nvSpPr>
        <p:spPr>
          <a:xfrm>
            <a:off x="6035040" y="2011680"/>
            <a:ext cx="26517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0000"/>
              </a:lnSpc>
              <a:buNone/>
              <a:defRPr lang="en-US" sz="6400" b="1" dirty="0">
                <a:solidFill>
                  <a:srgbClr val="A37A5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defRPr>
            </a:lvl1pPr>
          </a:lstStyle>
          <a:p>
            <a:pPr algn="l" indent="0" marL="0">
              <a:lnSpc>
                <a:spcPct val="100000"/>
              </a:lnSpc>
              <a:buNone/>
            </a:pPr>
            <a:r>
              <a:rPr lang="en-US" sz="6400" b="1" dirty="0">
                <a:solidFill>
                  <a:srgbClr val="A37A5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00</a:t>
            </a:r>
            <a:endParaRPr lang="en-US" sz="6400" dirty="0"/>
          </a:p>
        </p:txBody>
      </p:sp>
      <p:sp>
        <p:nvSpPr>
          <p:cNvPr id="12" name="Text 3"/>
          <p:cNvSpPr/>
          <p:nvPr>
            <p:ph idx="110" type="body" hasCustomPrompt="1"/>
          </p:nvPr>
        </p:nvSpPr>
        <p:spPr>
          <a:xfrm>
            <a:off x="6035040" y="3154680"/>
            <a:ext cx="26517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en-US" sz="1400" dirty="0">
                <a:solidFill>
                  <a:srgbClr val="ECD3BE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CD3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Opis liczby</a:t>
            </a:r>
            <a:endParaRPr lang="en-US" sz="1400" dirty="0"/>
          </a:p>
        </p:txBody>
      </p:sp>
      <p:pic>
        <p:nvPicPr>
          <p:cNvPr id="13" name="Image 0" descr="/Users/lukaszsiminski/Documents/AI_Projects/created_to_create/c2c-slides/plugins/c2c-slides/brand/logos/logo-horizontal-warm-white-1200p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27448"/>
            <a:ext cx="1845076" cy="16459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CD3BE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· Tabel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20000"/>
              </a:lnSpc>
              <a:buNone/>
              <a:defRPr lang="en-US" sz="1100" b="1" spc="200" kern="0" dirty="0">
                <a:solidFill>
                  <a:srgbClr val="A37A5C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100" b="1" spc="200" kern="0" dirty="0">
                <a:solidFill>
                  <a:srgbClr val="A37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EYEBROW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0000"/>
              </a:lnSpc>
              <a:buNone/>
              <a:defRPr lang="en-US" sz="3000" b="1" dirty="0">
                <a:solidFill>
                  <a:srgbClr val="222A3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222A3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Tytuł slajdu</a:t>
            </a:r>
            <a:endParaRPr lang="en-US" sz="3000" dirty="0"/>
          </a:p>
        </p:txBody>
      </p:sp>
      <p:pic>
        <p:nvPicPr>
          <p:cNvPr id="4" name="Image 0" descr="/Users/lukaszsiminski/Documents/AI_Projects/created_to_create/c2c-slides/plugins/c2c-slides/brand/logos/logo-horizontal-deep-navy-1200p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27448"/>
            <a:ext cx="1845076" cy="16459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96C7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· Cytat ciemny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ukaszsiminski/Documents/AI_Projects/created_to_create/c2c-slides/plugins/c2c-slides/brand/icons/gold/icon-quote-gold-512p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691640"/>
            <a:ext cx="82296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25000"/>
              </a:lnSpc>
              <a:buNone/>
              <a:defRPr lang="en-US" sz="2600" i="1" dirty="0">
                <a:solidFill>
                  <a:srgbClr val="FFF8F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defRPr>
            </a:lvl1pPr>
          </a:lstStyle>
          <a:p>
            <a:pPr algn="l" indent="0" marL="0">
              <a:lnSpc>
                <a:spcPct val="125000"/>
              </a:lnSpc>
              <a:buNone/>
            </a:pPr>
            <a:r>
              <a:rPr lang="en-US" sz="2600" i="1" dirty="0">
                <a:solidFill>
                  <a:srgbClr val="FFF8F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Cytat</a:t>
            </a:r>
            <a:endParaRPr lang="en-US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20000"/>
              </a:lnSpc>
              <a:buNone/>
              <a:defRPr lang="en-US" sz="1200" b="1" spc="200" kern="0" dirty="0">
                <a:solidFill>
                  <a:srgbClr val="A37A5C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200" b="1" spc="200" kern="0" dirty="0">
                <a:solidFill>
                  <a:srgbClr val="A37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AUTOR</a:t>
            </a:r>
            <a:endParaRPr lang="en-US" sz="1200" dirty="0"/>
          </a:p>
        </p:txBody>
      </p:sp>
      <p:pic>
        <p:nvPicPr>
          <p:cNvPr id="5" name="Image 1" descr="/Users/lukaszsiminski/Documents/AI_Projects/created_to_create/c2c-slides/plugins/c2c-slides/brand/logos/logo-horizontal-warm-white-1200p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727448"/>
            <a:ext cx="1845076" cy="16459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CD3BE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1012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· Cytat jasny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ukaszsiminski/Documents/AI_Projects/created_to_create/c2c-slides/plugins/c2c-slides/brand/icons/gold/icon-quote-gold-512p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691640"/>
            <a:ext cx="82296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25000"/>
              </a:lnSpc>
              <a:buNone/>
              <a:defRPr lang="en-US" sz="2600" i="1" dirty="0">
                <a:solidFill>
                  <a:srgbClr val="222A3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defRPr>
            </a:lvl1pPr>
          </a:lstStyle>
          <a:p>
            <a:pPr algn="l" indent="0" marL="0">
              <a:lnSpc>
                <a:spcPct val="125000"/>
              </a:lnSpc>
              <a:buNone/>
            </a:pPr>
            <a:r>
              <a:rPr lang="en-US" sz="2600" i="1" dirty="0">
                <a:solidFill>
                  <a:srgbClr val="222A3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Cytat</a:t>
            </a:r>
            <a:endParaRPr lang="en-US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20000"/>
              </a:lnSpc>
              <a:buNone/>
              <a:defRPr lang="en-US" sz="1200" b="1" spc="200" kern="0" dirty="0">
                <a:solidFill>
                  <a:srgbClr val="A37A5C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200" b="1" spc="200" kern="0" dirty="0">
                <a:solidFill>
                  <a:srgbClr val="A37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AUTOR</a:t>
            </a:r>
            <a:endParaRPr lang="en-US" sz="1200" dirty="0"/>
          </a:p>
        </p:txBody>
      </p:sp>
      <p:pic>
        <p:nvPicPr>
          <p:cNvPr id="5" name="Image 1" descr="/Users/lukaszsiminski/Documents/AI_Projects/created_to_create/c2c-slides/plugins/c2c-slides/brand/logos/logo-horizontal-deep-navy-1200p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727448"/>
            <a:ext cx="1845076" cy="16459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96C7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1013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· Wykr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20000"/>
              </a:lnSpc>
              <a:buNone/>
              <a:defRPr lang="en-US" sz="1100" b="1" spc="200" kern="0" dirty="0">
                <a:solidFill>
                  <a:srgbClr val="A37A5C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100" b="1" spc="200" kern="0" dirty="0">
                <a:solidFill>
                  <a:srgbClr val="A37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EYEBROW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0000"/>
              </a:lnSpc>
              <a:buNone/>
              <a:defRPr lang="en-US" sz="3000" b="1" dirty="0">
                <a:solidFill>
                  <a:srgbClr val="222A3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222A3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Tytuł slajdu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4434840"/>
            <a:ext cx="64008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20000"/>
              </a:lnSpc>
              <a:buNone/>
              <a:defRPr lang="en-US" sz="1000" dirty="0">
                <a:solidFill>
                  <a:srgbClr val="696C78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96C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Źródło</a:t>
            </a:r>
            <a:endParaRPr lang="en-US" sz="1000" dirty="0"/>
          </a:p>
        </p:txBody>
      </p:sp>
      <p:pic>
        <p:nvPicPr>
          <p:cNvPr id="5" name="Image 0" descr="/Users/lukaszsiminski/Documents/AI_Projects/created_to_create/c2c-slides/plugins/c2c-slides/brand/logos/logo-horizontal-deep-navy-1200p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27448"/>
            <a:ext cx="1845076" cy="16459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96C7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1014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· Diagram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20000"/>
              </a:lnSpc>
              <a:buNone/>
              <a:defRPr lang="en-US" sz="1100" b="1" spc="200" kern="0" dirty="0">
                <a:solidFill>
                  <a:srgbClr val="A37A5C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100" b="1" spc="200" kern="0" dirty="0">
                <a:solidFill>
                  <a:srgbClr val="A37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EYEBROW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0000"/>
              </a:lnSpc>
              <a:buNone/>
              <a:defRPr lang="en-US" sz="3000" b="1" dirty="0">
                <a:solidFill>
                  <a:srgbClr val="222A3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222A3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Tytuł slajdu</a:t>
            </a:r>
            <a:endParaRPr lang="en-US" sz="3000" dirty="0"/>
          </a:p>
        </p:txBody>
      </p:sp>
      <p:pic>
        <p:nvPicPr>
          <p:cNvPr id="4" name="Image 0" descr="/Users/lukaszsiminski/Documents/AI_Projects/created_to_create/c2c-slides/plugins/c2c-slides/brand/logos/logo-horizontal-deep-navy-1200p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27448"/>
            <a:ext cx="1845076" cy="16459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96C7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1015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· Diagram ciemn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20000"/>
              </a:lnSpc>
              <a:buNone/>
              <a:defRPr lang="en-US" sz="1100" b="1" spc="200" kern="0" dirty="0">
                <a:solidFill>
                  <a:srgbClr val="A37A5C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100" b="1" spc="200" kern="0" dirty="0">
                <a:solidFill>
                  <a:srgbClr val="A37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EYEBROW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0000"/>
              </a:lnSpc>
              <a:buNone/>
              <a:defRPr lang="en-US" sz="3000" b="1" dirty="0">
                <a:solidFill>
                  <a:srgbClr val="FFF8F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8F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Tytuł slajdu</a:t>
            </a:r>
            <a:endParaRPr lang="en-US" sz="3000" dirty="0"/>
          </a:p>
        </p:txBody>
      </p:sp>
      <p:pic>
        <p:nvPicPr>
          <p:cNvPr id="4" name="Image 0" descr="/Users/lukaszsiminski/Documents/AI_Projects/created_to_create/c2c-slides/plugins/c2c-slides/brand/logos/logo-horizontal-warm-white-1200p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27448"/>
            <a:ext cx="1845076" cy="16459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CD3BE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1016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· Zdjęcie">
    <p:bg>
      <p:bgPr>
        <a:solidFill>
          <a:srgbClr val="22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352044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20000"/>
              </a:lnSpc>
              <a:buNone/>
              <a:defRPr lang="en-US" sz="3000" b="1" dirty="0">
                <a:solidFill>
                  <a:srgbClr val="FFF8F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8F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Tytuł na zdjęciu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20000"/>
              </a:lnSpc>
              <a:buNone/>
              <a:defRPr lang="en-US" sz="1200" dirty="0">
                <a:solidFill>
                  <a:srgbClr val="ECD3BE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CD3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Podpis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· Osob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20000"/>
              </a:lnSpc>
              <a:buNone/>
              <a:defRPr lang="en-US" sz="1100" b="1" spc="200" kern="0" dirty="0">
                <a:solidFill>
                  <a:srgbClr val="A37A5C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100" b="1" spc="200" kern="0" dirty="0">
                <a:solidFill>
                  <a:srgbClr val="A37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EYEBROW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0000"/>
              </a:lnSpc>
              <a:buNone/>
              <a:defRPr lang="en-US" sz="3000" b="1" dirty="0">
                <a:solidFill>
                  <a:srgbClr val="222A3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222A3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Tytuł slajdu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hasCustomPrompt="1"/>
          </p:nvPr>
        </p:nvSpPr>
        <p:spPr>
          <a:xfrm>
            <a:off x="978408" y="1783080"/>
            <a:ext cx="1609344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57200" y="3886200"/>
            <a:ext cx="265176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lnSpc>
                <a:spcPct val="120000"/>
              </a:lnSpc>
              <a:buNone/>
              <a:defRPr lang="en-US" sz="1600" b="1" dirty="0">
                <a:solidFill>
                  <a:srgbClr val="222A3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defRPr>
            </a:lvl1pPr>
          </a:lstStyle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22A3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Imię i nazwisko</a:t>
            </a:r>
            <a:endParaRPr lang="en-US" sz="16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457200" y="4206240"/>
            <a:ext cx="26517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lnSpc>
                <a:spcPct val="120000"/>
              </a:lnSpc>
              <a:buNone/>
              <a:defRPr lang="en-US" sz="1200" b="1" dirty="0">
                <a:solidFill>
                  <a:srgbClr val="A37A5C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A37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Rola</a:t>
            </a:r>
            <a:endParaRPr lang="en-US" sz="1200" dirty="0"/>
          </a:p>
        </p:txBody>
      </p:sp>
      <p:sp>
        <p:nvSpPr>
          <p:cNvPr id="7" name="Text 0"/>
          <p:cNvSpPr/>
          <p:nvPr>
            <p:ph idx="105" hasCustomPrompt="1"/>
          </p:nvPr>
        </p:nvSpPr>
        <p:spPr>
          <a:xfrm>
            <a:off x="3767328" y="1783080"/>
            <a:ext cx="1609344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8" name="Text 0"/>
          <p:cNvSpPr/>
          <p:nvPr>
            <p:ph idx="106" type="body" hasCustomPrompt="1"/>
          </p:nvPr>
        </p:nvSpPr>
        <p:spPr>
          <a:xfrm>
            <a:off x="3246120" y="3886200"/>
            <a:ext cx="265176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lnSpc>
                <a:spcPct val="120000"/>
              </a:lnSpc>
              <a:buNone/>
              <a:defRPr lang="en-US" sz="1600" b="1" dirty="0">
                <a:solidFill>
                  <a:srgbClr val="222A3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defRPr>
            </a:lvl1pPr>
          </a:lstStyle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22A3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Imię i nazwisko</a:t>
            </a:r>
            <a:endParaRPr lang="en-US" sz="1600" dirty="0"/>
          </a:p>
        </p:txBody>
      </p:sp>
      <p:sp>
        <p:nvSpPr>
          <p:cNvPr id="9" name="Text 0"/>
          <p:cNvSpPr/>
          <p:nvPr>
            <p:ph idx="107" type="body" hasCustomPrompt="1"/>
          </p:nvPr>
        </p:nvSpPr>
        <p:spPr>
          <a:xfrm>
            <a:off x="3246120" y="4206240"/>
            <a:ext cx="26517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lnSpc>
                <a:spcPct val="120000"/>
              </a:lnSpc>
              <a:buNone/>
              <a:defRPr lang="en-US" sz="1200" b="1" dirty="0">
                <a:solidFill>
                  <a:srgbClr val="A37A5C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A37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Rola</a:t>
            </a:r>
            <a:endParaRPr lang="en-US" sz="1200" dirty="0"/>
          </a:p>
        </p:txBody>
      </p:sp>
      <p:sp>
        <p:nvSpPr>
          <p:cNvPr id="10" name="Text 0"/>
          <p:cNvSpPr/>
          <p:nvPr>
            <p:ph idx="108" hasCustomPrompt="1"/>
          </p:nvPr>
        </p:nvSpPr>
        <p:spPr>
          <a:xfrm>
            <a:off x="6556248" y="1783080"/>
            <a:ext cx="1609344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11" name="Text 0"/>
          <p:cNvSpPr/>
          <p:nvPr>
            <p:ph idx="109" type="body" hasCustomPrompt="1"/>
          </p:nvPr>
        </p:nvSpPr>
        <p:spPr>
          <a:xfrm>
            <a:off x="6035040" y="3886200"/>
            <a:ext cx="265176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lnSpc>
                <a:spcPct val="120000"/>
              </a:lnSpc>
              <a:buNone/>
              <a:defRPr lang="en-US" sz="1600" b="1" dirty="0">
                <a:solidFill>
                  <a:srgbClr val="222A3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defRPr>
            </a:lvl1pPr>
          </a:lstStyle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22A3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Imię i nazwisko</a:t>
            </a:r>
            <a:endParaRPr lang="en-US" sz="1600" dirty="0"/>
          </a:p>
        </p:txBody>
      </p:sp>
      <p:sp>
        <p:nvSpPr>
          <p:cNvPr id="12" name="Text 0"/>
          <p:cNvSpPr/>
          <p:nvPr>
            <p:ph idx="110" type="body" hasCustomPrompt="1"/>
          </p:nvPr>
        </p:nvSpPr>
        <p:spPr>
          <a:xfrm>
            <a:off x="6035040" y="4206240"/>
            <a:ext cx="26517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lnSpc>
                <a:spcPct val="120000"/>
              </a:lnSpc>
              <a:buNone/>
              <a:defRPr lang="en-US" sz="1200" b="1" dirty="0">
                <a:solidFill>
                  <a:srgbClr val="A37A5C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A37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Rola</a:t>
            </a:r>
            <a:endParaRPr lang="en-US" sz="1200" dirty="0"/>
          </a:p>
        </p:txBody>
      </p:sp>
      <p:pic>
        <p:nvPicPr>
          <p:cNvPr id="13" name="Image 0" descr="/Users/lukaszsiminski/Documents/AI_Projects/created_to_create/c2c-slides/plugins/c2c-slides/brand/logos/logo-horizontal-deep-navy-1200p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27448"/>
            <a:ext cx="1845076" cy="16459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96C7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1018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· Zamknięci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ukaszsiminski/Documents/AI_Projects/created_to_create/c2c-slides/plugins/c2c-slides/brand/logos/logo-two-lines-warm-white-1200p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1481328" cy="3200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600200"/>
            <a:ext cx="731520" cy="41148"/>
          </a:xfrm>
          <a:prstGeom prst="rect">
            <a:avLst/>
          </a:prstGeom>
          <a:solidFill>
            <a:srgbClr val="A37A5C"/>
          </a:solidFill>
          <a:ln w="12700">
            <a:solidFill>
              <a:srgbClr val="A37A5C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1783080"/>
            <a:ext cx="8229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0000"/>
              </a:lnSpc>
              <a:buNone/>
              <a:defRPr lang="en-US" sz="3600" b="1" dirty="0">
                <a:solidFill>
                  <a:srgbClr val="FFF8F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8F2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Co możemy wspólnie stworzyć?</a:t>
            </a:r>
            <a:endParaRPr lang="en-US" sz="36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457200" y="2926080"/>
            <a:ext cx="73152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20000"/>
              </a:lnSpc>
              <a:buNone/>
              <a:defRPr lang="en-US" sz="1800" dirty="0">
                <a:solidFill>
                  <a:srgbClr val="ECD3B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CD3B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Podtytuł</a:t>
            </a:r>
            <a:endParaRPr lang="en-US" sz="18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457200" y="3611880"/>
            <a:ext cx="7315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40000"/>
              </a:lnSpc>
              <a:buNone/>
              <a:defRPr lang="en-US" sz="1400" dirty="0">
                <a:solidFill>
                  <a:srgbClr val="FFF8F2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8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kontakt@createdtocreate.pl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CD3BE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19659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endParaRPr lang="en-US" sz="4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57200" y="34747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20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57200" y="4343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669280" y="32004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endParaRPr lang="en-US" sz="1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457200" y="210312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endParaRPr lang="en-US" sz="3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57200" y="35661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CD3BE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150876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endParaRPr lang="en-US" sz="3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36118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96C7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78308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96C7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17830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20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457200" y="224028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endParaRPr lang="en-US" sz="1500" dirty="0"/>
          </a:p>
        </p:txBody>
      </p:sp>
      <p:sp>
        <p:nvSpPr>
          <p:cNvPr id="6" name="Text 1"/>
          <p:cNvSpPr/>
          <p:nvPr>
            <p:ph idx="105" type="body" hasCustomPrompt="1"/>
          </p:nvPr>
        </p:nvSpPr>
        <p:spPr>
          <a:xfrm>
            <a:off x="4846320" y="17830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2000" dirty="0"/>
          </a:p>
        </p:txBody>
      </p:sp>
      <p:sp>
        <p:nvSpPr>
          <p:cNvPr id="7" name="Text 1"/>
          <p:cNvSpPr/>
          <p:nvPr>
            <p:ph idx="106" type="body" hasCustomPrompt="1"/>
          </p:nvPr>
        </p:nvSpPr>
        <p:spPr>
          <a:xfrm>
            <a:off x="4846320" y="224028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96C7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8229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endParaRPr lang="en-US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78308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endParaRPr lang="en-US" sz="1500" dirty="0"/>
          </a:p>
        </p:txBody>
      </p:sp>
      <p:sp>
        <p:nvSpPr>
          <p:cNvPr id="5" name="Text 0"/>
          <p:cNvSpPr/>
          <p:nvPr>
            <p:ph idx="103" hasCustomPrompt="1"/>
          </p:nvPr>
        </p:nvSpPr>
        <p:spPr>
          <a:xfrm>
            <a:off x="5486400" y="502920"/>
            <a:ext cx="3200400" cy="4069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96C7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body" hasCustomPrompt="1"/>
          </p:nvPr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3" name="Text 3"/>
          <p:cNvSpPr/>
          <p:nvPr>
            <p:ph idx="104" type="title" hasCustomPrompt="1"/>
          </p:nvPr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endParaRPr lang="en-US" sz="3000" dirty="0"/>
          </a:p>
        </p:txBody>
      </p:sp>
      <p:sp>
        <p:nvSpPr>
          <p:cNvPr id="4" name="Text 3"/>
          <p:cNvSpPr/>
          <p:nvPr>
            <p:ph idx="105" type="body" hasCustomPrompt="1"/>
          </p:nvPr>
        </p:nvSpPr>
        <p:spPr>
          <a:xfrm>
            <a:off x="658368" y="196596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5" name="Text 3"/>
          <p:cNvSpPr/>
          <p:nvPr>
            <p:ph idx="106" type="body" hasCustomPrompt="1"/>
          </p:nvPr>
        </p:nvSpPr>
        <p:spPr>
          <a:xfrm>
            <a:off x="658368" y="2258568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endParaRPr lang="en-US" sz="1800" dirty="0"/>
          </a:p>
        </p:txBody>
      </p:sp>
      <p:sp>
        <p:nvSpPr>
          <p:cNvPr id="6" name="Text 3"/>
          <p:cNvSpPr/>
          <p:nvPr>
            <p:ph idx="107" type="body" hasCustomPrompt="1"/>
          </p:nvPr>
        </p:nvSpPr>
        <p:spPr>
          <a:xfrm>
            <a:off x="658368" y="2843784"/>
            <a:ext cx="2249424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endParaRPr lang="en-US" sz="1300" dirty="0"/>
          </a:p>
        </p:txBody>
      </p:sp>
      <p:sp>
        <p:nvSpPr>
          <p:cNvPr id="7" name="Text 3"/>
          <p:cNvSpPr/>
          <p:nvPr>
            <p:ph idx="108" type="body" hasCustomPrompt="1"/>
          </p:nvPr>
        </p:nvSpPr>
        <p:spPr>
          <a:xfrm>
            <a:off x="3447288" y="196596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8" name="Text 3"/>
          <p:cNvSpPr/>
          <p:nvPr>
            <p:ph idx="109" type="body" hasCustomPrompt="1"/>
          </p:nvPr>
        </p:nvSpPr>
        <p:spPr>
          <a:xfrm>
            <a:off x="3447288" y="2258568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endParaRPr lang="en-US" sz="1800" dirty="0"/>
          </a:p>
        </p:txBody>
      </p:sp>
      <p:sp>
        <p:nvSpPr>
          <p:cNvPr id="9" name="Text 3"/>
          <p:cNvSpPr/>
          <p:nvPr>
            <p:ph idx="110" type="body" hasCustomPrompt="1"/>
          </p:nvPr>
        </p:nvSpPr>
        <p:spPr>
          <a:xfrm>
            <a:off x="3447288" y="2843784"/>
            <a:ext cx="2249424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endParaRPr lang="en-US" sz="1300" dirty="0"/>
          </a:p>
        </p:txBody>
      </p:sp>
      <p:sp>
        <p:nvSpPr>
          <p:cNvPr id="10" name="Text 3"/>
          <p:cNvSpPr/>
          <p:nvPr>
            <p:ph idx="111" type="body" hasCustomPrompt="1"/>
          </p:nvPr>
        </p:nvSpPr>
        <p:spPr>
          <a:xfrm>
            <a:off x="6236208" y="196596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11" name="Text 3"/>
          <p:cNvSpPr/>
          <p:nvPr>
            <p:ph idx="112" type="body" hasCustomPrompt="1"/>
          </p:nvPr>
        </p:nvSpPr>
        <p:spPr>
          <a:xfrm>
            <a:off x="6236208" y="2258568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endParaRPr lang="en-US" sz="1800" dirty="0"/>
          </a:p>
        </p:txBody>
      </p:sp>
      <p:sp>
        <p:nvSpPr>
          <p:cNvPr id="12" name="Text 3"/>
          <p:cNvSpPr/>
          <p:nvPr>
            <p:ph idx="113" type="body" hasCustomPrompt="1"/>
          </p:nvPr>
        </p:nvSpPr>
        <p:spPr>
          <a:xfrm>
            <a:off x="6236208" y="2843784"/>
            <a:ext cx="2249424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96C7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3" name="Text 4"/>
          <p:cNvSpPr/>
          <p:nvPr>
            <p:ph idx="105" type="title" hasCustomPrompt="1"/>
          </p:nvPr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endParaRPr lang="en-US" sz="3000" dirty="0"/>
          </a:p>
        </p:txBody>
      </p:sp>
      <p:sp>
        <p:nvSpPr>
          <p:cNvPr id="4" name="Text 4"/>
          <p:cNvSpPr/>
          <p:nvPr>
            <p:ph idx="106" type="body" hasCustomPrompt="1"/>
          </p:nvPr>
        </p:nvSpPr>
        <p:spPr>
          <a:xfrm>
            <a:off x="603504" y="1965960"/>
            <a:ext cx="16756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5" name="Text 4"/>
          <p:cNvSpPr/>
          <p:nvPr>
            <p:ph idx="107" type="body" hasCustomPrompt="1"/>
          </p:nvPr>
        </p:nvSpPr>
        <p:spPr>
          <a:xfrm>
            <a:off x="603504" y="2258568"/>
            <a:ext cx="16756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endParaRPr lang="en-US" sz="1400" dirty="0"/>
          </a:p>
        </p:txBody>
      </p:sp>
      <p:sp>
        <p:nvSpPr>
          <p:cNvPr id="6" name="Text 4"/>
          <p:cNvSpPr/>
          <p:nvPr>
            <p:ph idx="108" type="body" hasCustomPrompt="1"/>
          </p:nvPr>
        </p:nvSpPr>
        <p:spPr>
          <a:xfrm>
            <a:off x="603504" y="2843784"/>
            <a:ext cx="1675638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endParaRPr lang="en-US" sz="1200" dirty="0"/>
          </a:p>
        </p:txBody>
      </p:sp>
      <p:sp>
        <p:nvSpPr>
          <p:cNvPr id="7" name="Text 4"/>
          <p:cNvSpPr/>
          <p:nvPr>
            <p:ph idx="109" type="body" hasCustomPrompt="1"/>
          </p:nvPr>
        </p:nvSpPr>
        <p:spPr>
          <a:xfrm>
            <a:off x="2690622" y="1965960"/>
            <a:ext cx="16756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8" name="Text 4"/>
          <p:cNvSpPr/>
          <p:nvPr>
            <p:ph idx="110" type="body" hasCustomPrompt="1"/>
          </p:nvPr>
        </p:nvSpPr>
        <p:spPr>
          <a:xfrm>
            <a:off x="2690622" y="2258568"/>
            <a:ext cx="16756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endParaRPr lang="en-US" sz="1400" dirty="0"/>
          </a:p>
        </p:txBody>
      </p:sp>
      <p:sp>
        <p:nvSpPr>
          <p:cNvPr id="9" name="Text 4"/>
          <p:cNvSpPr/>
          <p:nvPr>
            <p:ph idx="111" type="body" hasCustomPrompt="1"/>
          </p:nvPr>
        </p:nvSpPr>
        <p:spPr>
          <a:xfrm>
            <a:off x="2690622" y="2843784"/>
            <a:ext cx="1675638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endParaRPr lang="en-US" sz="1200" dirty="0"/>
          </a:p>
        </p:txBody>
      </p:sp>
      <p:sp>
        <p:nvSpPr>
          <p:cNvPr id="10" name="Text 4"/>
          <p:cNvSpPr/>
          <p:nvPr>
            <p:ph idx="112" type="body" hasCustomPrompt="1"/>
          </p:nvPr>
        </p:nvSpPr>
        <p:spPr>
          <a:xfrm>
            <a:off x="4777740" y="1965960"/>
            <a:ext cx="16756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11" name="Text 4"/>
          <p:cNvSpPr/>
          <p:nvPr>
            <p:ph idx="113" type="body" hasCustomPrompt="1"/>
          </p:nvPr>
        </p:nvSpPr>
        <p:spPr>
          <a:xfrm>
            <a:off x="4777740" y="2258568"/>
            <a:ext cx="16756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endParaRPr lang="en-US" sz="1400" dirty="0"/>
          </a:p>
        </p:txBody>
      </p:sp>
      <p:sp>
        <p:nvSpPr>
          <p:cNvPr id="12" name="Text 4"/>
          <p:cNvSpPr/>
          <p:nvPr>
            <p:ph idx="114" type="body" hasCustomPrompt="1"/>
          </p:nvPr>
        </p:nvSpPr>
        <p:spPr>
          <a:xfrm>
            <a:off x="4777740" y="2843784"/>
            <a:ext cx="1675638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endParaRPr lang="en-US" sz="1200" dirty="0"/>
          </a:p>
        </p:txBody>
      </p:sp>
      <p:sp>
        <p:nvSpPr>
          <p:cNvPr id="13" name="Text 4"/>
          <p:cNvSpPr/>
          <p:nvPr>
            <p:ph idx="115" type="body" hasCustomPrompt="1"/>
          </p:nvPr>
        </p:nvSpPr>
        <p:spPr>
          <a:xfrm>
            <a:off x="6864858" y="1965960"/>
            <a:ext cx="16756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14" name="Text 4"/>
          <p:cNvSpPr/>
          <p:nvPr>
            <p:ph idx="116" type="body" hasCustomPrompt="1"/>
          </p:nvPr>
        </p:nvSpPr>
        <p:spPr>
          <a:xfrm>
            <a:off x="6864858" y="2258568"/>
            <a:ext cx="16756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endParaRPr lang="en-US" sz="1400" dirty="0"/>
          </a:p>
        </p:txBody>
      </p:sp>
      <p:sp>
        <p:nvSpPr>
          <p:cNvPr id="15" name="Text 4"/>
          <p:cNvSpPr/>
          <p:nvPr>
            <p:ph idx="117" type="body" hasCustomPrompt="1"/>
          </p:nvPr>
        </p:nvSpPr>
        <p:spPr>
          <a:xfrm>
            <a:off x="6864858" y="2843784"/>
            <a:ext cx="1675638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96C7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body" hasCustomPrompt="1"/>
          </p:nvPr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3" name="Text 3"/>
          <p:cNvSpPr/>
          <p:nvPr>
            <p:ph idx="104" type="title" hasCustomPrompt="1"/>
          </p:nvPr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endParaRPr lang="en-US" sz="3000" dirty="0"/>
          </a:p>
        </p:txBody>
      </p:sp>
      <p:sp>
        <p:nvSpPr>
          <p:cNvPr id="4" name="Text 3"/>
          <p:cNvSpPr/>
          <p:nvPr>
            <p:ph idx="105" type="body" hasCustomPrompt="1"/>
          </p:nvPr>
        </p:nvSpPr>
        <p:spPr>
          <a:xfrm>
            <a:off x="457200" y="20116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6400" dirty="0"/>
          </a:p>
        </p:txBody>
      </p:sp>
      <p:sp>
        <p:nvSpPr>
          <p:cNvPr id="5" name="Text 3"/>
          <p:cNvSpPr/>
          <p:nvPr>
            <p:ph idx="106" type="body" hasCustomPrompt="1"/>
          </p:nvPr>
        </p:nvSpPr>
        <p:spPr>
          <a:xfrm>
            <a:off x="457200" y="31546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endParaRPr lang="en-US" sz="1400" dirty="0"/>
          </a:p>
        </p:txBody>
      </p:sp>
      <p:sp>
        <p:nvSpPr>
          <p:cNvPr id="6" name="Text 3"/>
          <p:cNvSpPr/>
          <p:nvPr>
            <p:ph idx="107" type="body" hasCustomPrompt="1"/>
          </p:nvPr>
        </p:nvSpPr>
        <p:spPr>
          <a:xfrm>
            <a:off x="3246120" y="20116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6400" dirty="0"/>
          </a:p>
        </p:txBody>
      </p:sp>
      <p:sp>
        <p:nvSpPr>
          <p:cNvPr id="7" name="Text 3"/>
          <p:cNvSpPr/>
          <p:nvPr>
            <p:ph idx="108" type="body" hasCustomPrompt="1"/>
          </p:nvPr>
        </p:nvSpPr>
        <p:spPr>
          <a:xfrm>
            <a:off x="3246120" y="31546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endParaRPr lang="en-US" sz="1400" dirty="0"/>
          </a:p>
        </p:txBody>
      </p:sp>
      <p:sp>
        <p:nvSpPr>
          <p:cNvPr id="8" name="Text 3"/>
          <p:cNvSpPr/>
          <p:nvPr>
            <p:ph idx="109" type="body" hasCustomPrompt="1"/>
          </p:nvPr>
        </p:nvSpPr>
        <p:spPr>
          <a:xfrm>
            <a:off x="6035040" y="20116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6400" dirty="0"/>
          </a:p>
        </p:txBody>
      </p:sp>
      <p:sp>
        <p:nvSpPr>
          <p:cNvPr id="9" name="Text 3"/>
          <p:cNvSpPr/>
          <p:nvPr>
            <p:ph idx="110" type="body" hasCustomPrompt="1"/>
          </p:nvPr>
        </p:nvSpPr>
        <p:spPr>
          <a:xfrm>
            <a:off x="6035040" y="31546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CD3BE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96C7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169164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endParaRPr lang="en-US" sz="26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CD3BE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169164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endParaRPr lang="en-US" sz="26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96C7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44348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96C7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96C7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CD3BE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3520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endParaRPr lang="en-US" sz="3000" dirty="0"/>
          </a:p>
        </p:txBody>
      </p:sp>
      <p:sp>
        <p:nvSpPr>
          <p:cNvPr id="4" name="Text 0"/>
          <p:cNvSpPr/>
          <p:nvPr>
            <p:ph idx="102" hasCustomPrompt="1"/>
          </p:nvPr>
        </p:nvSpPr>
        <p:spPr>
          <a:xfrm>
            <a:off x="978408" y="1783080"/>
            <a:ext cx="1609344" cy="20116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57200" y="3886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endParaRPr lang="en-US" sz="16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457200" y="4206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7" name="Text 0"/>
          <p:cNvSpPr/>
          <p:nvPr>
            <p:ph idx="105" hasCustomPrompt="1"/>
          </p:nvPr>
        </p:nvSpPr>
        <p:spPr>
          <a:xfrm>
            <a:off x="3767328" y="1783080"/>
            <a:ext cx="1609344" cy="20116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0"/>
          <p:cNvSpPr/>
          <p:nvPr>
            <p:ph idx="106" type="body" hasCustomPrompt="1"/>
          </p:nvPr>
        </p:nvSpPr>
        <p:spPr>
          <a:xfrm>
            <a:off x="3246120" y="3886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endParaRPr lang="en-US" sz="1600" dirty="0"/>
          </a:p>
        </p:txBody>
      </p:sp>
      <p:sp>
        <p:nvSpPr>
          <p:cNvPr id="9" name="Text 0"/>
          <p:cNvSpPr/>
          <p:nvPr>
            <p:ph idx="107" type="body" hasCustomPrompt="1"/>
          </p:nvPr>
        </p:nvSpPr>
        <p:spPr>
          <a:xfrm>
            <a:off x="3246120" y="4206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10" name="Text 0"/>
          <p:cNvSpPr/>
          <p:nvPr>
            <p:ph idx="108" hasCustomPrompt="1"/>
          </p:nvPr>
        </p:nvSpPr>
        <p:spPr>
          <a:xfrm>
            <a:off x="6556248" y="1783080"/>
            <a:ext cx="1609344" cy="20116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0"/>
          <p:cNvSpPr/>
          <p:nvPr>
            <p:ph idx="109" type="body" hasCustomPrompt="1"/>
          </p:nvPr>
        </p:nvSpPr>
        <p:spPr>
          <a:xfrm>
            <a:off x="6035040" y="3886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endParaRPr lang="en-US" sz="1600" dirty="0"/>
          </a:p>
        </p:txBody>
      </p:sp>
      <p:sp>
        <p:nvSpPr>
          <p:cNvPr id="12" name="Text 0"/>
          <p:cNvSpPr/>
          <p:nvPr>
            <p:ph idx="110" type="body" hasCustomPrompt="1"/>
          </p:nvPr>
        </p:nvSpPr>
        <p:spPr>
          <a:xfrm>
            <a:off x="6035040" y="4206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96C7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1783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endParaRPr lang="en-US" sz="3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57200" y="2926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18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57200" y="36118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222A3F"/>
      </a:dk1>
      <a:lt1>
        <a:srgbClr val="FFF8F2"/>
      </a:lt1>
      <a:dk2>
        <a:srgbClr val="1D2E60"/>
      </a:dk2>
      <a:lt2>
        <a:srgbClr val="ECD3BE"/>
      </a:lt2>
      <a:accent1>
        <a:srgbClr val="A37A5C"/>
      </a:accent1>
      <a:accent2>
        <a:srgbClr val="222A3F"/>
      </a:accent2>
      <a:accent3>
        <a:srgbClr val="6B4936"/>
      </a:accent3>
      <a:accent4>
        <a:srgbClr val="447CD9"/>
      </a:accent4>
      <a:accent5>
        <a:srgbClr val="ECD3BE"/>
      </a:accent5>
      <a:accent6>
        <a:srgbClr val="8B6248"/>
      </a:accent6>
      <a:hlink>
        <a:srgbClr val="447CD9"/>
      </a:hlink>
      <a:folHlink>
        <a:srgbClr val="8B6248"/>
      </a:folHlink>
    </a:clrScheme>
    <a:fontScheme name="Office">
      <a:majorFont>
        <a:latin typeface="Golos Tex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Szablon Created to Create</dc:title>
  <dc:subject>PptxGenJS Presentation</dc:subject>
  <dc:creator>Created to Create</dc:creator>
  <cp:lastModifiedBy>Created to Create</cp:lastModifiedBy>
  <cp:revision>1</cp:revision>
  <dcterms:created xsi:type="dcterms:W3CDTF">2026-09-19T18:56:22Z</dcterms:created>
  <dcterms:modified xsi:type="dcterms:W3CDTF">2026-09-19T18:56:22Z</dcterms:modified>
</cp:coreProperties>
</file>